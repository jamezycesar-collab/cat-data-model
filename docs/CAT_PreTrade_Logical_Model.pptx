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Pre-Trade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Model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Tables | Enterprise Party Model | ISDA Taxonomy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- Core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109728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816352" y="11247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98064" y="1408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party_id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18304" y="1408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party_type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718304" y="1591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79806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party_status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18304" y="1773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798064" y="1956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effective_date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18304" y="1956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798064" y="2139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18304" y="2139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3200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9535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LEGAL_ENTITY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" y="32369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32304" y="32369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12064" y="34198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432304" y="34198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12064" y="36027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entity_name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32304" y="36027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12064" y="37856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entity_type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32304" y="37856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12064" y="39684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regulatory_status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2304" y="39684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029200" y="29260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29535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NATURAL_PERSON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84064" y="32369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004304" y="32369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084064" y="34198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004304" y="34198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084064" y="36027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004304" y="36027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084064" y="37856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date_of_birth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04304" y="37856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84064" y="39684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tax_id_encrypted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39684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 flipH="1">
            <a:off x="2057400" y="2359152"/>
            <a:ext cx="22860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57400" y="2359152"/>
            <a:ext cx="914" cy="5669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98264" y="2212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112264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343400" y="2359152"/>
            <a:ext cx="22860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29400" y="2359152"/>
            <a:ext cx="914" cy="5669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98264" y="2212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4264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- Roles &amp; Relationships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12064" y="115214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109728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359152" y="11247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40864" y="1408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party_role_id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61104" y="1408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340864" y="1591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261104" y="1591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34086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role_type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61104" y="1773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340864" y="1956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role_status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61104" y="1956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340864" y="2139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61104" y="2139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32004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2278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PARTY_RELATIONSHIP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" y="35112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relationship_id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432304" y="3511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12064" y="3694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parent_party_role_id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32304" y="3694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12064" y="3877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child_party_role_id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32304" y="3877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12064" y="4059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relationship_type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2304" y="4059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12064" y="4242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ownership_pct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32304" y="4242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029200" y="32004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3200400"/>
            <a:ext cx="3200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32278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PARTY_IDENTIFIER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84064" y="35112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identifier_id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004304" y="3511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084064" y="3694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004304" y="3694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084064" y="3877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id_type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04304" y="3877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84064" y="4059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id_value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4059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084064" y="4242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is_primary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04304" y="4242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737360" y="1371600"/>
            <a:ext cx="548640" cy="35661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92224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38528" y="17465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H="1">
            <a:off x="2057400" y="2359152"/>
            <a:ext cx="18288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57400" y="2359152"/>
            <a:ext cx="914" cy="8412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41064" y="2212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112264" y="30540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737360" y="1645920"/>
            <a:ext cx="329184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0" y="1645920"/>
            <a:ext cx="914" cy="236829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9222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084064" y="38679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 flipH="1">
            <a:off x="2514600" y="2359152"/>
            <a:ext cx="109728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14600" y="2359152"/>
            <a:ext cx="914" cy="84124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66744" y="2212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569464" y="30540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- Accounts &amp; Classifications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1371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98064" y="115214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10972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638544" y="11521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20040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3134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" y="25968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account_id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432304" y="25968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12064" y="27797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account_holder_role_id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432304" y="27797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12064" y="29626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account_type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32304" y="2962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2064" y="31455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firm_designated_id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432304" y="31455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12064" y="33284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account_status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432304" y="33284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12064" y="35112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margin_eligible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432304" y="3511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41422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PARTY_ADDRESS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" y="4425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address_id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32304" y="4425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12064" y="4608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32304" y="4608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12064" y="47914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address_type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32304" y="4791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12064" y="49743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432304" y="49743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12064" y="5157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country_code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432304" y="51572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5029200" y="4114800"/>
            <a:ext cx="32004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4114800"/>
            <a:ext cx="32004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41422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PARTY_CLASSIFICATION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84064" y="4425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classification_id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04304" y="4425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84064" y="4608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party_id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4608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084064" y="47914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classification_scheme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04304" y="4791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084064" y="49743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classification_value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004304" y="49743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 flipH="1">
            <a:off x="2057400" y="1645920"/>
            <a:ext cx="13716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740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838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11226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 flipH="1">
            <a:off x="7086600" y="1645920"/>
            <a:ext cx="457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1645920"/>
            <a:ext cx="914" cy="2468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41464" y="39684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 flipH="1">
            <a:off x="2057400" y="1645920"/>
            <a:ext cx="37033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57400" y="1645920"/>
            <a:ext cx="914" cy="2468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1558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112264" y="39684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- Core &amp; Taxonomy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320040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9728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444752" y="11247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26464" y="1408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instrument_id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346704" y="1408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426464" y="1591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instrument_type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346704" y="1591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42646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primary_symbol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46704" y="1773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426464" y="1956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instrument_status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46704" y="1956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26464" y="2139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primary_currency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46704" y="2139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426464" y="2322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maturity_date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4670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20040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097280"/>
            <a:ext cx="3200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102352" y="11247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INSTRUMENT_IDENTIFIER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4064" y="1408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identifier_id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04304" y="1408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084064" y="1591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04304" y="1591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08406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id_type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04304" y="1773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084064" y="1956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id_value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004304" y="1956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084064" y="2139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id_source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2139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084064" y="2322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is_primary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00430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5029200" y="32004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3200400"/>
            <a:ext cx="32004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32278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INSTRUMENT_CLASSIFICATION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84064" y="35112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classification_id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004304" y="3511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084064" y="3694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004304" y="3694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84064" y="3877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classification_scheme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3877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084064" y="4059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asset_class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04304" y="4059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084064" y="4242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product_type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004304" y="4242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572000" y="1819656"/>
            <a:ext cx="4572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18379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681728" y="18379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72000" y="2542032"/>
            <a:ext cx="20574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9400" y="2542032"/>
            <a:ext cx="914" cy="65836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23957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84264" y="30540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- Asset Subtypes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371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55264" y="115214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0" y="10972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912864" y="11521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2286000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2286000"/>
            <a:ext cx="20116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231343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EQUITY_ATTR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" y="2596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44752" y="25968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37744" y="2779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share_class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444752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37744" y="2962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market_cap_tier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44752" y="29626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37744" y="3145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nms_indicator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444752" y="31455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377440" y="2286000"/>
            <a:ext cx="2011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77440" y="2286000"/>
            <a:ext cx="201168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231343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OPTION_ATTR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32304" y="2596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39312" y="25968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32304" y="2779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underlying_id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39312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32304" y="2962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strike_price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39312" y="29626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432304" y="3145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put_call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39312" y="31455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432304" y="3328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39312" y="332841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572000" y="2286000"/>
            <a:ext cx="2011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286000"/>
            <a:ext cx="20116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231343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FI_ATTR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26864" y="2596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833872" y="25968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26864" y="2779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issuer_party_id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33872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626864" y="2962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coupon_rate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833872" y="29626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26864" y="3145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credit_rating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33872" y="31455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626864" y="33284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seniority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33872" y="332841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766560" y="2286000"/>
            <a:ext cx="20116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66560" y="2286000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839712" y="231343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DIGITAL_ATTR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21424" y="25968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028432" y="25968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821424" y="2779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028432" y="27797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21424" y="2962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token_standard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028432" y="29626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821424" y="3145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security_class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028432" y="31455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 flipH="1">
            <a:off x="1188720" y="1645920"/>
            <a:ext cx="269748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872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410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24358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 flipH="1">
            <a:off x="3383280" y="1645920"/>
            <a:ext cx="5029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410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43814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886200" y="1645920"/>
            <a:ext cx="169164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7784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410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3270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886200" y="1645920"/>
            <a:ext cx="388620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7240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410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82726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583680" y="2916936"/>
            <a:ext cx="2743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6858000" y="1371600"/>
            <a:ext cx="914" cy="154533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8544" y="27706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912864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48056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self-ref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- Listings + 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12064" y="14264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03120" y="1097280"/>
            <a:ext cx="320040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3120" y="109728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176272" y="11247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INSTRUMENT_LISTING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57984" y="14081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listing_id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78224" y="14081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157984" y="15910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78224" y="15910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157984" y="17739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venue_id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78224" y="17739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157984" y="19568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listing_type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78224" y="19568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157984" y="2139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trading_currency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78224" y="2139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157984" y="2322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lot_size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7822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760720" y="1097280"/>
            <a:ext cx="29260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1097280"/>
            <a:ext cx="2926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833872" y="112471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15584" y="14081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venue_id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71232" y="140817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815584" y="1591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operator_party_id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571232" y="159105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15584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mic_code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71232" y="177393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815584" y="19568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venue_name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571232" y="195681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815584" y="21396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venue_type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571232" y="21396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5760720" y="2926080"/>
            <a:ext cx="292608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60720" y="2926080"/>
            <a:ext cx="29260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5833872" y="295351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VENUE_ASSET_CLASS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15584" y="3236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venue_id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571232" y="323697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815584" y="34198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asset_class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571232" y="341985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815584" y="36027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trading_protocol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571232" y="360273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57200" y="36576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36850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CORPORATE_ACTION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" y="39684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action_id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432304" y="39684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2064" y="41513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432304" y="41513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12064" y="43342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action_type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432304" y="43342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2064" y="45171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ex_date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432304" y="45171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12064" y="47000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adjustment_factor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2432304" y="47000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737360" y="1645920"/>
            <a:ext cx="365760" cy="17373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9222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755648" y="18379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 flipV="1">
            <a:off x="5303520" y="1728216"/>
            <a:ext cx="457200" cy="914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58384" y="183794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13248" y="15819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737360" y="1920240"/>
            <a:ext cx="32004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57400" y="1920240"/>
            <a:ext cx="914" cy="17373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92224" y="177393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112264" y="3511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223760" y="2359152"/>
            <a:ext cx="914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23760" y="2359152"/>
            <a:ext cx="914" cy="5669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78624" y="221284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278624" y="27797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Event - Central Fact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" y="115214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29260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29184" y="29809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0" y="109728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712464" y="115214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32320" y="10972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187184" y="11521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0" y="2011680"/>
            <a:ext cx="5943600" cy="2542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2011680"/>
            <a:ext cx="59436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444752" y="2039112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26464" y="232257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order_event_id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92624" y="232257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426464" y="250545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cat_event_type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992624" y="250545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426464" y="268833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event_timestamp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92624" y="268833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426464" y="287121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cat_order_id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92624" y="28712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26464" y="30540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reporter_party_role_id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992624" y="30540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426464" y="323697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customer_account_id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92624" y="323697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426464" y="341985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92624" y="341985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26464" y="360273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92624" y="360273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426464" y="378561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order_type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92624" y="37856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426464" y="396849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992624" y="396849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426464" y="415137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92624" y="415137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426464" y="4334256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destination_venue_id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92624" y="433425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011680" y="1371600"/>
            <a:ext cx="1874520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66544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538728" y="20299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V="1">
            <a:off x="1371600" y="2916936"/>
            <a:ext cx="914" cy="28346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321868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24128" y="27706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 flipH="1">
            <a:off x="4800600" y="1371600"/>
            <a:ext cx="137160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0288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55464" y="20299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132320" y="1371600"/>
            <a:ext cx="182880" cy="154533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87184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967728" y="29352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- Detail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4630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55264" y="115214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12064" y="11521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0" y="1097280"/>
            <a:ext cx="109728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912864" y="1152144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128016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55664" y="21579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29260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29260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31343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ORDER_ROUTE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" y="2596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route_id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084832" y="259689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29184" y="27797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order_event_id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084832" y="277977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29184" y="29626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sender_party_role_id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084832" y="296265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9184" y="31455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destination_venue_id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084832" y="314553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29184" y="33284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routed_order_id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084832" y="3328416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5303520" y="2286000"/>
            <a:ext cx="320040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0" y="2286000"/>
            <a:ext cx="320040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23134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QUOTE_EVENT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8384" y="25968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quote_event_id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78624" y="25968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358384" y="27797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quote_id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78624" y="27797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358384" y="29626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reporter_party_role_id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278624" y="29626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358384" y="31455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instrument_id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78624" y="31455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358384" y="33284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bid_price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278624" y="33284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358384" y="35112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ask_price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78624" y="3511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828800" y="411480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828800" y="4114800"/>
            <a:ext cx="3200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1901952" y="414223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ORDER_MODIFICATION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883664" y="44256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modification_id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03904" y="44256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883664" y="4608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order_event_id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03904" y="4608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883664" y="47914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modified_field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803904" y="4791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1883664" y="49743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prior_value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803904" y="49743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1883664" y="5157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new_value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803904" y="51572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 flipH="1">
            <a:off x="1737360" y="1645920"/>
            <a:ext cx="146304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3736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552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79222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63440" y="1645920"/>
            <a:ext cx="224028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3720" y="1645920"/>
            <a:ext cx="914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958584" y="2139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 flipH="1">
            <a:off x="3429000" y="1645920"/>
            <a:ext cx="5029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29000" y="1645920"/>
            <a:ext cx="914" cy="2468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8678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483864" y="39684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 flipH="1">
            <a:off x="274320" y="1371600"/>
            <a:ext cx="1280160" cy="154533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07008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29184" y="29352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58000" y="1371600"/>
            <a:ext cx="1645920" cy="163677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12864" y="12252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156448" y="302666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400800" y="2377440"/>
            <a:ext cx="2103120" cy="90525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55664" y="223113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156448" y="330098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371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55264" y="115214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PARTY_ROLE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371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12064" y="215798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ORDER_EVENT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20116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2011680"/>
            <a:ext cx="32004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20391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ERROR_CORRECTION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66544" y="2322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correction_id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8678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66544" y="25054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original_record_id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986784" y="2505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066544" y="26883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correction_type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86784" y="26883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066544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reporter_party_role_id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86784" y="28712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066544" y="30540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regulatory_deadline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986784" y="30540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303520" y="2011680"/>
            <a:ext cx="320040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0" y="2011680"/>
            <a:ext cx="3200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376672" y="2039112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REPORTING_SUBMISSION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58384" y="232257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 submission_id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78624" y="232257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358384" y="250545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 reporter_party_role_id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78624" y="2505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358384" y="268833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submission_date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78624" y="268833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358384" y="287121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record_count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78624" y="28712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358384" y="3054096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278624" y="30540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828800" y="2377440"/>
            <a:ext cx="18288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2377440"/>
            <a:ext cx="914" cy="26517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83664" y="223113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66544" y="24963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0" y="1645920"/>
            <a:ext cx="13716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1645920"/>
            <a:ext cx="91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552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92424" y="18653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886200" y="1645920"/>
            <a:ext cx="3017520" cy="91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03720" y="1645920"/>
            <a:ext cx="91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1064" y="14996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58584" y="18653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Map - Subject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64592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16459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3464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Extended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1645920" cy="73152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164592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Subtypes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2286000"/>
            <a:ext cx="16459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2286000"/>
            <a:ext cx="164592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286000"/>
            <a:ext cx="16459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468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Listings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Entities | 47 Relationships | ISDA-aligned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cross-model relationships: Party hierarchy, Instrument subtypes, Order workflow, Regulatory reporting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2026-03-07T02:03:19Z</dcterms:created>
  <dcterms:modified xsi:type="dcterms:W3CDTF">2026-03-07T02:03:19Z</dcterms:modified>
</cp:coreProperties>
</file>