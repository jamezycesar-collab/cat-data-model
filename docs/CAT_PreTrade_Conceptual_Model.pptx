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 Pre-Trade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Data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828800" y="3291840"/>
            <a:ext cx="5486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| Party Model | ISDA Instrument Taxonomy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| March 2026 |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91440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0" y="914400"/>
            <a:ext cx="18288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9509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82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LEGAL_ENTITY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64592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1645920"/>
            <a:ext cx="18288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682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NATURAL_PERSON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0" y="237744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0" y="2377440"/>
            <a:ext cx="18288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24140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PARTY_ROLE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237744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2377440"/>
            <a:ext cx="18288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24140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PARTY_IDENTIFIER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145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PARTY_RELATIONSHIP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310896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3108960"/>
            <a:ext cx="18288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3145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384048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3840480"/>
            <a:ext cx="18288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877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PARTY_ADDRESS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384048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0" y="3840480"/>
            <a:ext cx="18288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3877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PARTY_CLASSIFICATION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H="1">
            <a:off x="1645920" y="1463040"/>
            <a:ext cx="137160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691640" y="16642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297680" y="1463040"/>
            <a:ext cx="228600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340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263640" y="16642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 flipH="1">
            <a:off x="2743200" y="1463040"/>
            <a:ext cx="4572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788920" y="23957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114800" y="1463040"/>
            <a:ext cx="22860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052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080760" y="23957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 flipH="1">
            <a:off x="1645920" y="1463040"/>
            <a:ext cx="109728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45920" y="1463040"/>
            <a:ext cx="914" cy="2377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8892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691640" y="36758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572000" y="1463040"/>
            <a:ext cx="201168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83680" y="1463040"/>
            <a:ext cx="914" cy="2377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629400" y="36758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 flipH="1">
            <a:off x="1645920" y="2926080"/>
            <a:ext cx="109728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23160" y="27614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691640" y="3127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743200" y="2926080"/>
            <a:ext cx="384048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88920" y="27614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263640" y="3127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91440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0" y="914400"/>
            <a:ext cx="18288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9509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18288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EQUITY_ATTR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01168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2011680"/>
            <a:ext cx="18288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OPTION_ATTR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01168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011680"/>
            <a:ext cx="18288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FI_ATTR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2011680"/>
            <a:ext cx="18288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DIGITAL_ATTR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08960"/>
            <a:ext cx="18288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45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INSTR_IDENTIFIER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310896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0" y="3108960"/>
            <a:ext cx="18288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3145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INSTR_CLASS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10896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3108960"/>
            <a:ext cx="18288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3145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INSTRUMENT_LISTING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310896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3108960"/>
            <a:ext cx="18288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145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CORPORATE_ACTION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49040" y="4023360"/>
            <a:ext cx="16459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22192" y="409651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(Issuer)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 flipH="1">
            <a:off x="1371600" y="1463040"/>
            <a:ext cx="1737360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892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417320" y="2029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74720" y="1463040"/>
            <a:ext cx="914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520440" y="2029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840480" y="1463040"/>
            <a:ext cx="1645920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8620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66360" y="2029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206240" y="1463040"/>
            <a:ext cx="3291840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5196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178040" y="2029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 flipH="1">
            <a:off x="1371600" y="1463040"/>
            <a:ext cx="1737360" cy="1645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8892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417320" y="3127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474720" y="1463040"/>
            <a:ext cx="914" cy="1645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5468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520440" y="3127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840480" y="1463040"/>
            <a:ext cx="1645920" cy="1645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8620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166360" y="3127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206240" y="1463040"/>
            <a:ext cx="3291840" cy="1645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5196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78040" y="3127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 flipH="1">
            <a:off x="4572000" y="2560320"/>
            <a:ext cx="914400" cy="1463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66360" y="23957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617720" y="40416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0" y="109728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0" y="1097280"/>
            <a:ext cx="18288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11338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219456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0" y="2194560"/>
            <a:ext cx="18288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2311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VENUE_ASSET_CLASS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1554480"/>
            <a:ext cx="16459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44752" y="162763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(Operator)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0" y="1554480"/>
            <a:ext cx="16459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31152" y="162763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INSTRUMENT_LISTING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0" y="1645920"/>
            <a:ext cx="914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4813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03320" y="22128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926080" y="1371600"/>
            <a:ext cx="91440" cy="7315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2070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697480" y="21214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486400" y="1371600"/>
            <a:ext cx="1371600" cy="7315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2070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537960" y="21214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566160" y="1828800"/>
            <a:ext cx="20116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0" y="1828800"/>
            <a:ext cx="201168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8653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ORDER_EVENT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39312" y="21488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| timestamp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14630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9875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PARTY_ROLE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914400"/>
            <a:ext cx="14630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16352" y="9875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4630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45152" y="9875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2011680"/>
            <a:ext cx="16459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31152" y="208483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2926080"/>
            <a:ext cx="20116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0" y="2926080"/>
            <a:ext cx="20116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2962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ORDER_ROUTE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926080"/>
            <a:ext cx="20116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926080"/>
            <a:ext cx="20116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962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QUOTE_EVENT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4023360"/>
            <a:ext cx="20116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0" y="4023360"/>
            <a:ext cx="201168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377440" y="4059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ORDER_MODIFICATION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0" y="1463040"/>
            <a:ext cx="192024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46120" y="1847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474720" y="1463040"/>
            <a:ext cx="64008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794760" y="1847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 flipH="1">
            <a:off x="4572000" y="1463040"/>
            <a:ext cx="73152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298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617720" y="1847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577840" y="2103120"/>
            <a:ext cx="128016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1938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537960" y="23042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 flipH="1">
            <a:off x="3200400" y="2468880"/>
            <a:ext cx="36576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23042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246120" y="2944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2000" y="2468880"/>
            <a:ext cx="137160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3042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623560" y="2944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 flipH="1">
            <a:off x="3200400" y="2468880"/>
            <a:ext cx="365760" cy="1554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6120" y="23042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46120" y="40416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097280"/>
            <a:ext cx="18288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1338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ERROR_CORRECTION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44752" y="141732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original_record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114800" y="109728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0" y="1097280"/>
            <a:ext cx="18288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1338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REPORTING_SUBMISSION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87952" y="141732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1828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0" y="1097280"/>
            <a:ext cx="18288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1338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CLOCK_SYNC_AUDIT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31152" y="141732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sync_status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371600" y="2286000"/>
            <a:ext cx="1828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44752" y="23591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ORDER_EVENT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0" y="2286000"/>
            <a:ext cx="1828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87952" y="23591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PARTY_ROLE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2286000"/>
            <a:ext cx="1828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31152" y="23591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PARTY_ROLE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0" y="1097280"/>
            <a:ext cx="914" cy="11887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9326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331720" y="23042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0" y="1097280"/>
            <a:ext cx="914" cy="11887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9326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74920" y="23042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772400" y="1097280"/>
            <a:ext cx="914" cy="11887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9326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818120" y="23042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371600" y="1645920"/>
            <a:ext cx="914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14813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417320" y="1847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Overview - Cross-Area Relationships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0" cy="9144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entities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LEGAL_ENTITY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NATURAL_PERSON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PARTY_ROLE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0" y="914400"/>
            <a:ext cx="1645920" cy="9144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005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entities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EQUITY_ATTR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OPTION_ATTR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FI_ATTR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1645920" cy="9144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05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entities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VENUE_ASSET_CLASS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766560" y="914400"/>
            <a:ext cx="1645920" cy="9144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1005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Mgmt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entities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ORDER_EVENT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QUOTE_EVENT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ORDER_ROUTE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749040" y="2103120"/>
            <a:ext cx="1645920" cy="9144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entities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ERROR_CORRECTION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REPORTING_SUBMISSION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CLOCK_SYNC_AUDIT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103120" y="1371600"/>
            <a:ext cx="45720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1371600"/>
            <a:ext cx="45720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371600"/>
            <a:ext cx="45720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1828800"/>
            <a:ext cx="630936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4572000" y="1828800"/>
            <a:ext cx="301752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1148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Entities: 25 core entities + attributes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Party Model: 8 entities managing counterparty information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Model: 8 entities with 4 asset class attributes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Venue Model: 2 entities linking to Party and Instrument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Management: 4 fact tables capturing trading events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Operations: 3 entities for reconciliation and audit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2026-03-07T02:03:01Z</dcterms:created>
  <dcterms:modified xsi:type="dcterms:W3CDTF">2026-03-07T02:03:01Z</dcterms:modified>
</cp:coreProperties>
</file>